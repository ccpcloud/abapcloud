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457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0" cy="4572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7739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ZBCRE_FRAMEWORK_TEMPLATE — Complete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2560320" cy="32004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</a:rPr>
              <a:t>Standard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960120"/>
            <a:ext cx="256032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Key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960120"/>
            <a:ext cx="2560320" cy="320040"/>
          </a:xfrm>
          <a:prstGeom prst="rect">
            <a:avLst/>
          </a:prstGeom>
          <a:solidFill>
            <a:srgbClr val="D6EAF8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◆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960120"/>
            <a:ext cx="41148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</a:rPr>
              <a:t>→ Flow arrow  |  Orange = critical implementation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85800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1 — PROGRAM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Selection screen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MATNR · VDR_HEAT · VDR_CLNO · VDR_CD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START-OF-SELECTION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CREATE OBJECT LO_FRAME  (ZBCCL_GUI_TEMPLATE)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42316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38328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LO_FRAME-&gt;SET_DATA_FROM_DB()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Loads data from 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43400" y="324612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420624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LO_FRAME-&gt;GET_ORDER_DATA_FOR_GUI()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Returns WA_SCREEN_DATA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406908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02920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ZBCFM_SET_SCREEN_DATA( WA_SCREEN_DATA 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Creates O_SCREEN (LCL_SCREEN) in the Function Group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400" y="489204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5216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SET_ORDER_INPUT( EDI_COILS )          SET_HISTORY_SUMMARY( ALV_COILS 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43400" y="571500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667512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CALL SCREEN 100  →  Main screen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43400" y="653796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0" y="1463040"/>
            <a:ext cx="777240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2 — SCREEN DISPLAY  (FG: ZBCFG_FRAMEWORK_TEMPLATE)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73736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Screen 100 — Main screen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PBO: SET PF-STATUS 'SCREEN_100'  →  Buttons: Save Changes · Cancel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6032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CALL SUBSCREEN  →  Screen 0130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Tabstrip with 2 tabs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487400" y="242316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0" y="338328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Tab 1 (R_TAB01)  →  Subscreen 0140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ALV 140-1  |  Table: OR_PSPEC_REST  |  Field SELECTED: editable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487400" y="324612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0" y="420624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Tab 2 (R_TAB03)  →  Subscreen 0180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ALV 180-1  |  Table: HISTORY_SUMMARY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HEAT_NO: editable  |  BATCH_NO: hotspot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487400" y="406908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0" y="512064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INITIALIZE_ALV '180-1'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Structure: ZSAST_EDI_COILS_FCAT  |  Table: HISTORY_SUMMARY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HEAT_NO: EDIT=TRUE  |  BATCH_NO: HOTSPOT=TRUE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487400" y="4892040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1200" y="6080760"/>
            <a:ext cx="7772400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SET HANDLER HANDLE_HOTSPOT_CLICK_180_1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      FOR O_ALV_LIST_180_1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Registers the event — without this no server roundtrip occurs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487400" y="5806440"/>
            <a:ext cx="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4320" y="7863840"/>
            <a:ext cx="1773936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3 — SAVE CHANGES  (button on Screen 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841248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User edits HEAT_NO field in ALV 180-1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9189719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User clicks 'Save Changes' button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0" y="9052559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9966959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PAI Screen 100: MODULE USER_COMMAND_0100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SAVE_OK = 'SAVE'  →  CLEAR OK_CODE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0" y="9829799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1074420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LCL_REPORT=&gt;SAVE() is invoked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0" y="10607039"/>
            <a:ext cx="0" cy="137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1152144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ZBCFM_GET_SCREEN_DATA() is invoked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0" y="1138428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" y="12298680"/>
            <a:ext cx="731520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O_ALV_LIST_180_1-&gt;CHECK_CHANGED_DATA()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Flushes the last edited cell into HISTORY_SUMMARY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Without this call the last edited value is lost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0" y="12161519"/>
            <a:ext cx="0" cy="137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13213080"/>
            <a:ext cx="731520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SCREEN_DATA-ALV_COILS = HISTORY_SUMMARY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Includes editable ALV data in the return value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0" y="13030200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1399032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SCREEN_DATA-EDI_COILS = GET_ORDER_INPUT()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0" y="13944600"/>
            <a:ext cx="0" cy="457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14813280"/>
            <a:ext cx="731520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◆  e_valid = TRUE ?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0" y="14630400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601200" y="14813280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CREATE OBJECT O_ORDER (ZBCCL_GUI_TEMPLATE)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if not already instantiated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15636239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O_ORDER-&gt;SET_ORDER_DATA_FROM_GUI( WA_SCREEN_DATA 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· MOVE-CORRESPONDING EDI_COILS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· ME-&gt;ALV_COILS = P_SCREEN_DATA-ALV_COILS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487400" y="15453359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01200" y="16550639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O_ORDER-&gt;SAVE()  →  UPDATE_DATA_TO_DB()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· MODIFY ZSATB_EDI_COILS FROM EDI_COILS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487400" y="16276319"/>
            <a:ext cx="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601200" y="17373600"/>
            <a:ext cx="777240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LOOP AT ALV_COILS INTO WA_EDI_COILS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      MODIFY ZSATB_EDI_COILS FROM WA_EDI_COILS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Persists each edited ALV row to database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487400" y="17190719"/>
            <a:ext cx="0" cy="18288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601200" y="18288000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COMMIT WORK AND WAIT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3487400" y="18105120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601200" y="19019519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SET SCREEN 0 / LEAVE SCREEN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Returns to the previous screen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487400" y="18928080"/>
            <a:ext cx="0" cy="9143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29600" y="15133320"/>
            <a:ext cx="137160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75320" y="14859000"/>
            <a:ext cx="822960" cy="25603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TRUE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15727680"/>
            <a:ext cx="7315200" cy="54864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Validation error displayed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User remains on the screen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572000" y="15453359"/>
            <a:ext cx="0" cy="27432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617720" y="15471647"/>
            <a:ext cx="822960" cy="219456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FALSE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19933919"/>
            <a:ext cx="1773936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4 — HOTSPOT CLICK  (BATCH_NO column in ALV 180-1)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20482560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User clicks BATCH_NO link (CSI BatchNo)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21259799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CL_GUI_ALV_GRID fires HOTSPOT_CLICK event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(client-side event)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144000" y="21168360"/>
            <a:ext cx="0" cy="9143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14400" y="22082760"/>
            <a:ext cx="16459200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SET HANDLER active  →  server roundtrip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PAI is triggered  |  Without SET HANDLER the event dies on the client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and /h never activates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144000" y="21945599"/>
            <a:ext cx="0" cy="137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14400" y="22997160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HANDLE_HOTSPOT_CLICK_180_1 executes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CHECK E_COLUMN_ID-FIELDNAME = 'BATCH_NO'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44000" y="2286000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14400" y="23774399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READ TABLE HISTORY_SUMMARY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INDEX ES_ROW_NO-ROW_ID  INTO WA_HIST_SUMM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144000" y="23682960"/>
            <a:ext cx="0" cy="9143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4400" y="24551639"/>
            <a:ext cx="16459200" cy="8686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SUBMIT ZBCRE_FRAMEWORK_TEMPLATE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MATNR    = WA_HIST_SUMM-MATNR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VDR_HEAT = WA_HIST_SUMM-HEAT_NO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VDR_CLNO = WA_HIST_SUMM-COIL_NO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VDR_CD   = WA_HIST_SUMM-VENDOR_CD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AND RETURN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144000" y="24460199"/>
            <a:ext cx="0" cy="9144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14400" y="25603199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Program re-executes with the clicked row's data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AND RETURN → on close, returns to the current screen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144000" y="25420319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