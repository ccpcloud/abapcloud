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45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4572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7739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ZBCRE_FRAMEWORK_TEMPLATE — Flujo Completo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2560320" cy="32004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</a:rPr>
              <a:t>Paso estándar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960120"/>
            <a:ext cx="256032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Paso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960120"/>
            <a:ext cx="256032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◆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960120"/>
            <a:ext cx="411480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</a:rPr>
              <a:t>→ Flecha de flujo  |  Naranja = punto crítico de implementación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85800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1 — ARRANQUE DEL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Pantalla de selección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MATNR · VDR_HEAT · VDR_CLNO · VDR_CD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START-OF-SELECTION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CREATE OBJECT LO_FRAME  (ZBCCL_GUI_TEMPLATE)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4231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38328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LO_FRAME-&gt;SET_DATA_FROM_DB()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Carga datos desde base de datos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43400" y="324612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20624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LO_FRAME-&gt;GET_ORDER_DATA_FOR_GUI()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Retorna WA_SCREEN_DATA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40690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02920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ZBCFM_SET_SCREEN_DATA( WA_SCREEN_DATA 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Crea O_SCREEN (LCL_SCREEN) en el Function Group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489204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5216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SET_ORDER_INPUT( EDI_COILS )          SET_HISTORY_SUMMARY( ALV_COILS 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3400" y="571500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6675120"/>
            <a:ext cx="68580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CALL SCREEN 100  →  Pantalla principal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65379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0" y="1463040"/>
            <a:ext cx="777240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2 — DISPLAY DE SCREENS  (FG: ZBCFG_FRAMEWORK_TEMPLATE)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73736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Screen 100 — Pantalla principal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PBO: SET PF-STATUS 'SCREEN_100'  →  Botones: Save Changes · Cancel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CALL SUBSCREEN  →  Screen 0130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Tabstrip con 2 tabs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487400" y="242316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0" y="338328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Tab 1 (R_TAB01)  →  Subscreen 0140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ALV 140-1  |  Tabla: OR_PSPEC_REST  |  Campo SELECTED: editable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487400" y="324612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0" y="420624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Tab 2 (R_TAB03)  →  Subscreen 0180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ALV 180-1  |  Tabla: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HEAT_NO: editable  |  BATCH_NO: hotspot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487400" y="40690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0" y="5120640"/>
            <a:ext cx="77724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INITIALIZE_ALV '180-1'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Estructura: ZSAST_EDI_COILS_FCAT  |  Tabla: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HEAT_NO: EDIT=TRUE  |  BATCH_NO: HOTSPOT=TRUE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487400" y="4892040"/>
            <a:ext cx="0" cy="2286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0" y="6080760"/>
            <a:ext cx="7772400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SET HANDLER HANDLE_HOTSPOT_CLICK_180_1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      FOR O_ALV_LIST_180_1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Registra el evento — sin esto no hay roundtrip al servidor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487400" y="5806440"/>
            <a:ext cx="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4320" y="7863840"/>
            <a:ext cx="1773936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3 — SAVE CHANGES  (botón en Screen 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841248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Usuario edita campo HEAT_NO en ALV 180-1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9189719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Usuario hace clic en 'Save Changes'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0" y="9052559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9966959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PAI Screen 100: MODULE USER_COMMAND_0100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SAVE_OK = 'SAVE'  →  CLEAR OK_CODE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0" y="9829799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1074420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LCL_REPORT=&gt;SAVE() es invocado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0" y="1060703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1152144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ZBCFM_GET_SCREEN_DATA() es invocado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0" y="1138428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12298680"/>
            <a:ext cx="73152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O_ALV_LIST_180_1-&gt;CHECK_CHANGED_DATA()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Vuelca la última celda editada a HISTORY_SUMMARY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Sin esta llamada el último valor editado se pierde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0" y="1216151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13213080"/>
            <a:ext cx="73152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SCREEN_DATA-ALV_COILS = HISTORY_SUMMARY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Incluye los datos del ALV editable en el retorno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0" y="1303020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13990320"/>
            <a:ext cx="73152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SCREEN_DATA-EDI_COILS = GET_ORDER_INPUT()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0" y="13944600"/>
            <a:ext cx="0" cy="457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14813280"/>
            <a:ext cx="731520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◆  e_valid = TRUE ?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1463040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601200" y="14813280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CREATE OBJECT O_ORDER (ZBCCL_GUI_TEMPLATE)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si no está instanciado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1563623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O_ORDER-&gt;SET_ORDER_DATA_FROM_GUI( WA_SCREEN_DATA 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MOVE-CORRESPONDING EDI_COILS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ME-&gt;ALV_COILS = P_SCREEN_DATA-ALV_COILS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487400" y="15453359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0" y="1655063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O_ORDER-&gt;SAVE()  →  UPDATE_DATA_TO_DB()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· MODIFY ZSATB_EDI_COILS FROM EDI_COILS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487400" y="16276319"/>
            <a:ext cx="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601200" y="17373600"/>
            <a:ext cx="777240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LOOP AT ALV_COILS INTO WA_EDI_COILS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      MODIFY ZSATB_EDI_COILS FROM WA_EDI_COILS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Persiste cada fila editada del ALV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487400" y="17190719"/>
            <a:ext cx="0" cy="18288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601200" y="18288000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COMMIT WORK AND WAIT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487400" y="18105120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601200" y="19019519"/>
            <a:ext cx="7772400" cy="6400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SET SCREEN 0 / LEAVE SCREEN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Regresa a la pantalla anterior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487400" y="1892808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9600" y="15133320"/>
            <a:ext cx="137160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75320" y="14859000"/>
            <a:ext cx="822960" cy="25603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TRUE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15727680"/>
            <a:ext cx="7315200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Muestra error de validación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El usuario permanece en el screen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572000" y="15453359"/>
            <a:ext cx="0" cy="27432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617720" y="15471647"/>
            <a:ext cx="822960" cy="219456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FALSE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19933919"/>
            <a:ext cx="1773936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FLOW 4 — HOTSPOT CLICK  (columna BATCH_NO en ALV 180-1)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20482560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Usuario hace clic en enlace BATCH_NO (CSI BatchNo)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212597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CL_GUI_ALV_GRID dispara evento HOTSPOT_CLICK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(evento del lado del cliente)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144000" y="2116836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14400" y="22082760"/>
            <a:ext cx="16459200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B36B00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⬡  SET HANDLER activo  →  roundtrip al servidor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PAI se activa  |  Sin SET HANDLER el evento muere en el cliente</a:t>
            </a:r>
          </a:p>
          <a:p>
            <a:pPr algn="ctr"/>
            <a:r>
              <a:rPr sz="1000" b="1">
                <a:solidFill>
                  <a:srgbClr val="000000"/>
                </a:solidFill>
              </a:rPr>
              <a:t>y /h nunca se activa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144000" y="21945599"/>
            <a:ext cx="0" cy="13716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14400" y="22997160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HANDLE_HOTSPOT_CLICK_180_1 se ejecuta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CHECK E_COLUMN_ID-FIELDNAME = 'BATCH_NO'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0" y="22860000"/>
            <a:ext cx="0" cy="137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14400" y="237743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READ TABLE HISTORY_SUMMARY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INDEX ES_ROW_NO-ROW_ID  INTO WA_HIST_SUMM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144000" y="23682960"/>
            <a:ext cx="0" cy="9143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4400" y="24551639"/>
            <a:ext cx="16459200" cy="86868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SUBMIT ZBCRE_FRAMEWORK_TEMPLATE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MATNR    = WA_HIST_SUMM-MATNR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VDR_HEAT = WA_HIST_SUMM-HEAT_NO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VDR_CLNO = WA_HIST_SUMM-COIL_NO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WITH VDR_CD   = WA_HIST_SUMM-VENDOR_CD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  AND RETURN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144000" y="24460199"/>
            <a:ext cx="0" cy="914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14400" y="25603199"/>
            <a:ext cx="1645920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336699"/>
            </a:solidFill>
          </a:ln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Programa se re-ejecuta con los datos de la fila clickeada</a:t>
            </a:r>
          </a:p>
          <a:p>
            <a:pPr algn="ctr"/>
            <a:r>
              <a:rPr sz="1000" b="0">
                <a:solidFill>
                  <a:srgbClr val="1A1A2E"/>
                </a:solidFill>
              </a:rPr>
              <a:t>AND RETURN → al cerrar, regresa al screen actual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144000" y="25420319"/>
            <a:ext cx="0" cy="1828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